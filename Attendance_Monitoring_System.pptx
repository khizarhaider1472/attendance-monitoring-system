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3" d="100"/>
          <a:sy n="63" d="100"/>
        </p:scale>
        <p:origin x="138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4989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-1097280"/>
            <a:ext cx="5029200" cy="5029200"/>
          </a:xfrm>
          <a:prstGeom prst="ellipse">
            <a:avLst/>
          </a:prstGeom>
          <a:solidFill>
            <a:srgbClr val="1B4F8A">
              <a:alpha val="30000"/>
            </a:srgbClr>
          </a:solidFill>
          <a:ln w="12700">
            <a:solidFill>
              <a:srgbClr val="1B4F8A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0" y="-457200"/>
            <a:ext cx="3657600" cy="3657600"/>
          </a:xfrm>
          <a:prstGeom prst="ellipse">
            <a:avLst/>
          </a:prstGeom>
          <a:solidFill>
            <a:srgbClr val="2EC4B6">
              <a:alpha val="20000"/>
            </a:srgbClr>
          </a:solidFill>
          <a:ln w="12700">
            <a:solidFill>
              <a:srgbClr val="2EC4B6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4114800"/>
            <a:ext cx="320040" cy="320040"/>
          </a:xfrm>
          <a:prstGeom prst="ellipse">
            <a:avLst/>
          </a:prstGeom>
          <a:solidFill>
            <a:srgbClr val="2EC4B6">
              <a:alpha val="60000"/>
            </a:srgbClr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3840480"/>
            <a:ext cx="182880" cy="182880"/>
          </a:xfrm>
          <a:prstGeom prst="ellipse">
            <a:avLst/>
          </a:prstGeom>
          <a:solidFill>
            <a:srgbClr val="F4A261">
              <a:alpha val="70000"/>
            </a:srgbClr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0" y="4206240"/>
            <a:ext cx="256032" cy="256032"/>
          </a:xfrm>
          <a:prstGeom prst="ellipse">
            <a:avLst/>
          </a:prstGeom>
          <a:solidFill>
            <a:srgbClr val="E63946">
              <a:alpha val="60000"/>
            </a:srgbClr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914400"/>
            <a:ext cx="2560320" cy="365760"/>
          </a:xfrm>
          <a:prstGeom prst="roundRect">
            <a:avLst>
              <a:gd name="adj" fmla="val 12500"/>
            </a:avLst>
          </a:prstGeom>
          <a:solidFill>
            <a:srgbClr val="2EC4B6">
              <a:alpha val="80000"/>
            </a:srgbClr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914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C++ OOP PROJECT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46304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457200" y="228600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System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4114800" cy="3657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3832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AECCE0"/>
                </a:solidFill>
              </a:rPr>
              <a:t>A Console-Based Student Attendance Tracking System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AECCE0"/>
                </a:solidFill>
              </a:rPr>
              <a:t>Built with C++ using OOP Principles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2EC4B6"/>
                </a:solidFill>
              </a:rPr>
              <a:t>Object-Oriented Programming  •  File Handling  •  Data Structures  •  Memory Management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4B6"/>
                </a:solidFill>
              </a:rPr>
              <a:t>Slide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280160"/>
            <a:ext cx="2743200" cy="50292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801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🎯  Purpose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8745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</a:rPr>
              <a:t>Track student attendance efficiently with automatic percentage calculation and defaulter identification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28016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280160"/>
            <a:ext cx="2743200" cy="50292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12801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🏗️  Architecture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18745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</a:rPr>
              <a:t>Two-class design: Student (data model) + AttendanceSystem (controller) following OOP best practices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28016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280160"/>
            <a:ext cx="2743200" cy="5029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2801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💾  Persistence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63640" y="18745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</a:rPr>
              <a:t>File-based storage using text files with pipe-delimited format to save and restore all data between sessions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617720"/>
            <a:ext cx="201168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4B6"/>
                </a:solidFill>
              </a:rPr>
              <a:t>100 Max Students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41448" y="4709160"/>
            <a:ext cx="0" cy="320040"/>
          </a:xfrm>
          <a:prstGeom prst="line">
            <a:avLst/>
          </a:prstGeom>
          <a:noFill/>
          <a:ln w="12700">
            <a:solidFill>
              <a:srgbClr val="2EC4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06040" y="4617720"/>
            <a:ext cx="201168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4B6"/>
                </a:solidFill>
              </a:rPr>
              <a:t>365 Days Capacity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90288" y="4709160"/>
            <a:ext cx="0" cy="320040"/>
          </a:xfrm>
          <a:prstGeom prst="line">
            <a:avLst/>
          </a:prstGeom>
          <a:noFill/>
          <a:ln w="12700">
            <a:solidFill>
              <a:srgbClr val="2EC4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4617720"/>
            <a:ext cx="201168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4B6"/>
                </a:solidFill>
              </a:rPr>
              <a:t>75% Pass Threshold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739128" y="4709160"/>
            <a:ext cx="0" cy="320040"/>
          </a:xfrm>
          <a:prstGeom prst="line">
            <a:avLst/>
          </a:prstGeom>
          <a:noFill/>
          <a:ln w="12700">
            <a:solidFill>
              <a:srgbClr val="2EC4B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03720" y="4617720"/>
            <a:ext cx="201168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4B6"/>
                </a:solidFill>
              </a:rPr>
              <a:t>Auto File Save/Load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CONSTANTS &amp; clearscreen()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4B6"/>
                </a:solidFill>
              </a:rPr>
              <a:t>Slide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14800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23444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r>
              <a:rPr lang="en-US" sz="12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&lt;iostream&gt;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&lt;fstream&gt;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&lt;string&gt;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&lt;iomanip&gt;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namespace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std;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MAX_STUDENTS 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2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100;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MAX_DAYS 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r>
              <a:rPr lang="en-US" sz="12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365;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4160520"/>
            <a:ext cx="4114800" cy="8986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4187952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11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clearscreen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#ifdef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_WIN32   system("cls");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#else</a:t>
            </a: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system("clear");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#endif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420624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1B4F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143000"/>
            <a:ext cx="73152" cy="109728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1887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#include Libraries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46304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iostream — console I/O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fstream — file read/write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— text management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iomanip — output formatting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2359152"/>
            <a:ext cx="420624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2EC4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2359152"/>
            <a:ext cx="73152" cy="109728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40487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Constants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2679192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MAX_STUDENTS = 100: Array size cap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MAX_DAYS = 365: Max days per year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once, used everywhere safely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3566310"/>
            <a:ext cx="420624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575304"/>
            <a:ext cx="73152" cy="10972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62102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clearscreen()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3895344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screen clearing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#ifdef detects OS at compile time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 = Windows, clear = Linux/Mac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CLASS — Private Members &amp; Constructors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4B6"/>
                </a:solidFill>
              </a:rPr>
              <a:t>Slide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2821" y="1143000"/>
            <a:ext cx="4754880" cy="384962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234440"/>
            <a:ext cx="43891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studentId, name, department;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totalClasses, attendedClasses;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attendanceRecord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[MAX_DAYS];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studentId.clear(); name.clear();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totalClasses = attendedClasses =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0;
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i=0; i&lt;MAX_DAYS; i++)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attendanceRecord[i] =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(string id, string n, string dept)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 studentId(id), name(n), department(dept)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totalClasses = attendedClasses =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 i=0;i&lt;MAX_DAYS;i++)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attendanceRecord[i]=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212080" y="1143000"/>
            <a:ext cx="3657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212080" y="1143000"/>
            <a:ext cx="73152" cy="12801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49240" y="121615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946"/>
                </a:solidFill>
              </a:rPr>
              <a:t>Private Data Members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527048"/>
            <a:ext cx="3429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studentId / name / department: Student identity fields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totalClasses: Total classes held so far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attendedClasses: Count of days present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attendanceRecord[365]: Day-by-day presence array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12080" y="2606040"/>
            <a:ext cx="3657600" cy="11292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212080" y="2606040"/>
            <a:ext cx="73152" cy="112928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267919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4B6"/>
                </a:solidFill>
              </a:rPr>
              <a:t>Default Constructor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49240" y="2990088"/>
            <a:ext cx="342900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Called when no arguments are passed.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Clears strings with .clear() and sets counters to 0.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Initializes all 365 attendance slots to 0 (absent).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12080" y="3863340"/>
            <a:ext cx="3657600" cy="11292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2080" y="3840480"/>
            <a:ext cx="73152" cy="1129284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49240" y="391363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F8A"/>
                </a:solidFill>
              </a:rPr>
              <a:t>Parameterized Constructor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49240" y="4224528"/>
            <a:ext cx="3429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Uses initializer list ': studentId(id), name(n)...'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for efficient member initialization.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Also zeroes the attendance array for fresh start.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CLASS — Setters, Getters &amp; Encapsulation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4A261"/>
                </a:solidFill>
              </a:rPr>
              <a:t>Slide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8595360" cy="59436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430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💡  ENCAPSULATION: Private members are hidden from outside. Only controlled access via public setters &amp; getters.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828800"/>
            <a:ext cx="411480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84708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SETTERS (write access)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21408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setStudentId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(const string&amp; id) {
  if (!id.empty())
    studentId = id; }
</a:t>
            </a: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setName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(const string&amp; n) {
  if (!n.empty())
    name = n; }
</a:t>
            </a: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setDepartment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(const string&amp; d)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(!d.empty())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department = d; }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63440" y="1828800"/>
            <a:ext cx="420624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18470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GETTERS (read access)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121408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getStudentId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</a:t>
            </a: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return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studentId; }
</a:t>
            </a: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getName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</a:t>
            </a: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return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name; }
</a:t>
            </a: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getPercentage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const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totalClasses &gt; 0 ?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(attendedClasses * 100.0f /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totalClasses) : 0.0f; }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4320" y="3794760"/>
            <a:ext cx="28346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3794760"/>
            <a:ext cx="64008" cy="1188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84048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946"/>
                </a:solidFill>
              </a:rPr>
              <a:t>Validated Setters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" y="4133088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Each setter checks !empty() before assigning.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Prevents blank data from corrupting records.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91840" y="3794760"/>
            <a:ext cx="28346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EC4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91840" y="3794760"/>
            <a:ext cx="64008" cy="118872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384048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4B6"/>
                </a:solidFill>
              </a:rPr>
              <a:t>const Getters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4133088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Marked 'const' → won't modify object state.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Safe to call on read-only (const) objects.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3794760"/>
            <a:ext cx="25603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09360" y="3794760"/>
            <a:ext cx="64008" cy="1188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384048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</a:rPr>
              <a:t>getPercentage()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46520" y="4133088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Ternary checks totalClasses&gt;0 to avoid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divide-by-zero errors. Returns float %.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METHODS — markAttendance, updateTotals &amp; display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4B6"/>
                </a:solidFill>
              </a:rPr>
              <a:t>Slide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14800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markAttendance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 day, int status)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(day &gt;= 0 &amp;&amp; day &lt; MAX_DAYS &amp;&amp;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(status == 0 || status == 1))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attendanceRecord[day] = status;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false;</a:t>
            </a:r>
            <a:endParaRPr lang="en-US" sz="8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606040"/>
            <a:ext cx="4114800" cy="13716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6517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updateTotals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 days)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(days &lt; 0 || days &gt; MAX_DAYS)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totalClasses = days;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attendedClasses = 0;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 = 0; i &lt; days; i++)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(attendanceRecord[i] == 1)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attendedClasses++;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4320" y="4069080"/>
            <a:ext cx="411480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411480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</a:t>
            </a:r>
            <a:r>
              <a:rPr lang="en-US" sz="800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cout &lt;&lt; "ID: " &lt;&lt; studentId;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cout &lt;&lt; "Dept: " &lt;&lt; department;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cout &lt;&lt; "Percent: " &lt;&lt; getPercentage() &lt;&lt; "%";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20624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143000"/>
            <a:ext cx="73152" cy="12801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2070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markAttendance(day, status)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527048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Validates: day within 0-364, status 0 or 1 only.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Stores 1=present, 0=absent in the array.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Returns bool to indicate success/failure.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606040"/>
            <a:ext cx="420624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2EC4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2606040"/>
            <a:ext cx="73152" cy="12801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6700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updateTotals(days)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2990088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Recounts attended days by scanning the array.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Resets attendedClasses to 0 then increments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for each slot equal to 1 (present).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4069080"/>
            <a:ext cx="420624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663440" y="4069080"/>
            <a:ext cx="73152" cy="9144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13308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display() const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434340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Prints formatted student summary.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Marked const → safe on read-only objects.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Calls getPercentage() for live calculation.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 FUNCTIONS — displayReport, saveStudent &amp; loadStudent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3946"/>
                </a:solidFill>
              </a:rPr>
              <a:t>Slide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8595360" cy="5029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430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💡  FRIEND FUNCTIONS: Declared inside class with 'friend' keyword — allows access to private members from outside the class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737360"/>
            <a:ext cx="2743200" cy="20116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displayReport()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10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displayReport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(const </a:t>
            </a:r>
            <a:r>
              <a:rPr lang="en-US" sz="10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s)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cout &lt;&lt; "=====" &lt;&lt; endl;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s.display();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cout &lt;&lt;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(s.getPercentage()&gt;=75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 "PASS" : "FAIL");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1737360"/>
            <a:ext cx="2743200" cy="20116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0040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saveStudent()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029968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</a:t>
            </a:r>
            <a:r>
              <a:rPr lang="en-US" sz="10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saveStudent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s,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ofstream&amp; file)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 &lt;&lt; s.studentId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&lt;&lt; "|" &lt;&lt; s.name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&lt;&lt; "|" &lt;&lt; 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737360"/>
            <a:ext cx="2743200" cy="20116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C4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loadStudent()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2029968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</a:t>
            </a:r>
            <a:r>
              <a:rPr lang="en-US" sz="10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loadStudent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s,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ifstream&amp; file)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Parse line by '|'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s.studentId = ...;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s.name = ...;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858768"/>
            <a:ext cx="8595360" cy="1143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57200" y="38587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</a:rPr>
              <a:t>📄  File Format (pipe-delimited):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411480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S001|Ali Khan|CS|30|25|111111111111111111111111100000...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S002|Sara|EE|30|28|111111111111111111111111111100...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4694919"/>
            <a:ext cx="2834640" cy="1971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← </a:t>
            </a:r>
            <a:r>
              <a:rPr lang="en-US" sz="900" i="1" dirty="0" err="1">
                <a:solidFill>
                  <a:srgbClr val="64748B"/>
                </a:solidFill>
              </a:rPr>
              <a:t>studentCount</a:t>
            </a:r>
            <a:r>
              <a:rPr lang="en-US" sz="900" i="1" dirty="0">
                <a:solidFill>
                  <a:srgbClr val="64748B"/>
                </a:solidFill>
              </a:rPr>
              <a:t> &amp; </a:t>
            </a:r>
            <a:r>
              <a:rPr lang="en-US" sz="900" i="1" dirty="0" err="1">
                <a:solidFill>
                  <a:srgbClr val="64748B"/>
                </a:solidFill>
              </a:rPr>
              <a:t>totalDays</a:t>
            </a:r>
            <a:r>
              <a:rPr lang="en-US" sz="900" i="1" dirty="0">
                <a:solidFill>
                  <a:srgbClr val="64748B"/>
                </a:solidFill>
              </a:rPr>
              <a:t> on first two lines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ATTENDANCESYSTEM CLASS — Constructor &amp; Destructor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4A261"/>
                </a:solidFill>
              </a:rPr>
              <a:t>Slide 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572000" cy="38812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4206240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AttendanceSystem 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 students[MAX_STUDENTS];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studentCount, totalDays;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filename;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cleanup()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i=0; i&lt;studentCount; i++)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delete students[i];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students[i] = nullptr;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studentCount = 0;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AttendanceSystem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: studentCount(0),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totalDays(0), filename("attendance.txt")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i=0; i&lt;MAX_STUDENTS; i++)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students[i] = nullptr;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loadFromFile();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~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AttendanceSystem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cleanup();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saveToFile();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74920" y="1143000"/>
            <a:ext cx="3794760" cy="823132"/>
          </a:xfrm>
          <a:prstGeom prst="rect">
            <a:avLst/>
          </a:prstGeom>
          <a:solidFill>
            <a:srgbClr val="FFFFFF"/>
          </a:solidFill>
          <a:ln w="25400">
            <a:solidFill>
              <a:srgbClr val="1B4F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74920" y="1143000"/>
            <a:ext cx="118872" cy="832104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3792" y="120700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F8A"/>
                </a:solidFill>
              </a:rPr>
              <a:t>Private: Pointer Array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93792" y="141732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Student* students[100]: Array of POINTERS.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Each slot holds address of a heap-allocated Student.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Allows dynamic creation and deletion.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2064258"/>
            <a:ext cx="3794760" cy="854964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92159" y="2073402"/>
            <a:ext cx="118872" cy="8458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193792" y="2098548"/>
            <a:ext cx="3611880" cy="2788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946"/>
                </a:solidFill>
              </a:rPr>
              <a:t>cleanup() — Memory Safety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93792" y="2345436"/>
            <a:ext cx="3611880" cy="489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Iterates through all students, calling 'delete'.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Sets each pointer to nullptr after deletion.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Prevents dangling pointer bugs and memory leaks.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74920" y="3008376"/>
            <a:ext cx="379476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074920" y="3017520"/>
            <a:ext cx="118872" cy="104241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93792" y="3136393"/>
            <a:ext cx="36118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</a:rPr>
              <a:t>Constructor (RAII)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93792" y="3282697"/>
            <a:ext cx="3611880" cy="6537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Initializer list sets all values at once.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Nulls all pointers for safety.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Automatic loadFromFile() on startup.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74920" y="4167206"/>
            <a:ext cx="3794760" cy="845476"/>
          </a:xfrm>
          <a:prstGeom prst="rect">
            <a:avLst/>
          </a:prstGeom>
          <a:solidFill>
            <a:srgbClr val="FFFFFF"/>
          </a:solidFill>
          <a:ln w="25400">
            <a:solidFill>
              <a:srgbClr val="2EC4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74920" y="4174039"/>
            <a:ext cx="118872" cy="831809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166360" y="4174039"/>
            <a:ext cx="3611880" cy="2760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4B6"/>
                </a:solidFill>
              </a:rPr>
              <a:t>Destructor (~)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93792" y="4378960"/>
            <a:ext cx="3611880" cy="645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Called automatically when object leaves scope.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Runs cleanup() then saveToFile().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Guarantees data is never lost on program exit.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9144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addStudent() &amp; findStudent() Methods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4B6"/>
                </a:solidFill>
              </a:rPr>
              <a:t>Slide 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389120" cy="30175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40233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addStudent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(studentCount &gt;= MAX_STUDENTS)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"*** Limit reached! ***";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string id, name, dept;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cin &gt;&gt; id;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(id.empty()) return;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cin.ignore();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getline(cin, name);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getline(cin, dept);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Duplicate ID check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i=0; i&lt;studentCount; i++)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(students[i]-&gt;getStudentId()==id)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return; // Already exists!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students[studentCount] =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Student(id, name, dept);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students[studentCount]-&gt;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updateTotals(totalDays);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studentCount++;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4251960"/>
            <a:ext cx="4389120" cy="685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4279392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findStudent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(const string&amp; id) </a:t>
            </a:r>
            <a:r>
              <a:rPr lang="en-US" sz="800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i=0; i&lt;studentCount; i++)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(students[i]-&gt;getStudentId() == id)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i;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-1; }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84632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B6"/>
                </a:solidFill>
              </a:rPr>
              <a:t>addStudent() Logic Flow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554480"/>
            <a:ext cx="411480" cy="4114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349240" y="1554480"/>
            <a:ext cx="35204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40680" y="1572768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Capacity Check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0680" y="180136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If studentCount &gt;= 100, refuse and return early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47488" y="1965960"/>
            <a:ext cx="0" cy="246888"/>
          </a:xfrm>
          <a:prstGeom prst="line">
            <a:avLst/>
          </a:prstGeom>
          <a:noFill/>
          <a:ln w="19050">
            <a:solidFill>
              <a:srgbClr val="2EC4B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846320" y="2212848"/>
            <a:ext cx="411480" cy="4114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2128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49240" y="2212848"/>
            <a:ext cx="35204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40680" y="2231136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Input &amp; Validate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40680" y="245973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Read ID, name, dept. Reject if any field is empty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47488" y="2624328"/>
            <a:ext cx="0" cy="246888"/>
          </a:xfrm>
          <a:prstGeom prst="line">
            <a:avLst/>
          </a:prstGeom>
          <a:noFill/>
          <a:ln w="19050">
            <a:solidFill>
              <a:srgbClr val="2EC4B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846320" y="2871216"/>
            <a:ext cx="411480" cy="4114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87121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349240" y="2871216"/>
            <a:ext cx="35204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440680" y="2889504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Duplicate Check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40680" y="311810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Linear search: if ID exists, reject with error message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47488" y="3282696"/>
            <a:ext cx="0" cy="246888"/>
          </a:xfrm>
          <a:prstGeom prst="line">
            <a:avLst/>
          </a:prstGeom>
          <a:noFill/>
          <a:ln w="19050">
            <a:solidFill>
              <a:srgbClr val="2EC4B6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846320" y="3529584"/>
            <a:ext cx="411480" cy="4114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352958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349240" y="3529584"/>
            <a:ext cx="35204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440680" y="3547872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Dynamic Allocation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40680" y="377647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'new Student(id, name, dept)' creates on heap memory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47488" y="3941064"/>
            <a:ext cx="0" cy="246888"/>
          </a:xfrm>
          <a:prstGeom prst="line">
            <a:avLst/>
          </a:prstGeom>
          <a:noFill/>
          <a:ln w="19050">
            <a:solidFill>
              <a:srgbClr val="2EC4B6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46320" y="4187952"/>
            <a:ext cx="411480" cy="4114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41879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349240" y="4187952"/>
            <a:ext cx="35204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440680" y="420624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Sync Totals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40680" y="4434840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updateTotals(totalDays) syncs new student to class days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937760" y="46177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markBatchAttendance() — Bulk Attendance Marking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3946"/>
                </a:solidFill>
              </a:rPr>
              <a:t>Slide 10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663440" cy="3749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42976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9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markBatchAttendance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(studentCount == 0) return;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presentDays;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i=0; i&lt;studentCount; i++)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students[i]-&gt;getName();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"Days present (0-"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&lt;&lt; totalDays &lt;&lt; "): ";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presentDays;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Input validation loop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(presentDays&lt;0 ||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presentDays&gt;totalDays) 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cout &lt;&lt; "ERROR! Re-enter: ";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cin &gt;&gt; presentDays;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Mark all days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day=0; day&lt;totalDays; day++)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students[i]-&gt;markAttendance(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day, day&lt;presentDays ? 1 : 0);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students[i]-&gt;updateTotals(totalDays);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0" y="1143000"/>
            <a:ext cx="374904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120640" y="1143000"/>
            <a:ext cx="64008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9512" y="121615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946"/>
                </a:solidFill>
              </a:rPr>
              <a:t>Batch Processing Loop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39512" y="1417320"/>
            <a:ext cx="3520440" cy="466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Iterates ALL students in one session.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Asks admin: 'How many days was X present?'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20640" y="2107692"/>
            <a:ext cx="3749040" cy="736092"/>
          </a:xfrm>
          <a:prstGeom prst="rect">
            <a:avLst/>
          </a:prstGeom>
          <a:solidFill>
            <a:srgbClr val="FFFFFF"/>
          </a:solidFill>
          <a:ln w="25400">
            <a:solidFill>
              <a:srgbClr val="2EC4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120640" y="2125982"/>
            <a:ext cx="64008" cy="70865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9512" y="2125982"/>
            <a:ext cx="3520440" cy="251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4B6"/>
                </a:solidFill>
              </a:rPr>
              <a:t>Input Validation (while loop)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39512" y="2377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Keeps asking until value is 0 ≤ input ≤ totalDays.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Prevents negative or impossible attendance.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20640" y="2957445"/>
            <a:ext cx="3749040" cy="818142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129784" y="2957445"/>
            <a:ext cx="54864" cy="81814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39512" y="2957445"/>
            <a:ext cx="3520440" cy="3068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</a:rPr>
              <a:t>Clever Array Fill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39512" y="3264310"/>
            <a:ext cx="3520440" cy="5112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Ternary trick: day &lt; presentDays → 1 else 0.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Fills first N slots as present, rest as absent.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20640" y="3880399"/>
            <a:ext cx="3749040" cy="1002792"/>
          </a:xfrm>
          <a:prstGeom prst="rect">
            <a:avLst/>
          </a:prstGeom>
          <a:solidFill>
            <a:srgbClr val="FFFFFF"/>
          </a:solidFill>
          <a:ln w="25400">
            <a:solidFill>
              <a:srgbClr val="1B4F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129784" y="3880399"/>
            <a:ext cx="54864" cy="1002792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9512" y="3927348"/>
            <a:ext cx="352044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F8A"/>
                </a:solidFill>
              </a:rPr>
              <a:t>Design Note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39512" y="4137660"/>
            <a:ext cx="352044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Uses summary input (N days present) not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day-by-day — faster for large classes. Trade-off: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loses which specific day a student was absent.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viewAllStudents, showDefaulters &amp; deleteStudent Methods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4B6"/>
                </a:solidFill>
              </a:rPr>
              <a:t>Slide 11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" y="1143000"/>
            <a:ext cx="2743200" cy="20116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143000"/>
            <a:ext cx="2743200" cy="292608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11430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viewAllStudents()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14630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viewAllStudents() const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(studentCount == 0) return;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i=0; i&lt;studentCount; i++)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"Student " &lt;&lt; (i+1);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students[i]-&gt;display();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2880" y="3246120"/>
            <a:ext cx="274320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1B4F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82880" y="3246120"/>
            <a:ext cx="64008" cy="109728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" y="3273552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F8A"/>
                </a:solidFill>
              </a:rPr>
              <a:t>Explanation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0896" y="35204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Iterates and prints all students.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Marked const — does not modify state.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Calls each student's display() method.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54680" y="1143000"/>
            <a:ext cx="2743200" cy="20116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54680" y="1143000"/>
            <a:ext cx="2743200" cy="29260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1430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showDefaulters()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46120" y="14630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showDefaulters() const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bool found = false;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i=0; i&lt;studentCount; i++)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(students[i]-&gt;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getPercentage() &lt; 75.0f)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students[i]-&gt;display();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found = true;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(!found) cout &lt;&lt; "All OK!";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154680" y="3246120"/>
            <a:ext cx="274320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154680" y="3246120"/>
            <a:ext cx="64008" cy="10972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82696" y="3273552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3946"/>
                </a:solidFill>
              </a:rPr>
              <a:t>Explanation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82696" y="35204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Filters students &lt; 75% attendance.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'found' flag handles 'all good' case.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75% is the standard pass threshold.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26480" y="1143000"/>
            <a:ext cx="2743200" cy="20116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1143000"/>
            <a:ext cx="2743200" cy="2926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11430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deleteStudent()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17920" y="146304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deleteStudent()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idx = findStudent(id);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(idx == -1) return;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Confirm deletion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delete students[idx];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Shift array left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i=idx; i&lt;count-1; i++)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students[i] = students[i+1];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studentCount--;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26480" y="3246120"/>
            <a:ext cx="274320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3246120"/>
            <a:ext cx="64008" cy="10972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54496" y="3273552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A261"/>
                </a:solidFill>
              </a:rPr>
              <a:t>Explanation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54496" y="35204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Uses findStudent() to locate target.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delete frees heap memory safely.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Shifts array left to fill the gap.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Decrements count for correct tracking.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5760" y="429768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HANDLING — saveToFile() &amp; loadFromFile()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4A261"/>
                </a:solidFill>
              </a:rPr>
              <a:t>Slide 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14800" cy="1920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1430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A261"/>
                </a:solidFill>
              </a:rPr>
              <a:t>💾 saveToFile()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saveToFile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</a:t>
            </a:r>
            <a:r>
              <a:rPr lang="en-US" sz="800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ofstream file(filename);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(!file) return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&lt;&lt; studentCount &lt;&lt; endl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&lt;&lt; totalDays &lt;&lt; endl;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i=0; i&lt;studentCount; i++)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saveStudent(*students[i], file);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file.close();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3196952"/>
            <a:ext cx="4114800" cy="19465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315468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C4B6"/>
                </a:solidFill>
              </a:rPr>
              <a:t>📂 loadFromFile()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47472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loadFromFile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ifstream file(filename);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(!file) return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cleanup(); // clear existing data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 &gt;&gt; studentCount &gt;&gt; totalDays;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file.ignore();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i=0; i&lt;studentCount; i++)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students[i] = new Student();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loadStudent(*students[i], file);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file.close();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206240" cy="923544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143000"/>
            <a:ext cx="64008" cy="92354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2312" y="121615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</a:rPr>
              <a:t>ofstream — Writing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508760"/>
            <a:ext cx="3977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Opens file for write. Overwrites existing content.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Writes header (count + days), then each student via saveStudent() friend function.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203704"/>
            <a:ext cx="4206240" cy="859536"/>
          </a:xfrm>
          <a:prstGeom prst="rect">
            <a:avLst/>
          </a:prstGeom>
          <a:solidFill>
            <a:srgbClr val="FFFFFF"/>
          </a:solidFill>
          <a:ln w="25400">
            <a:solidFill>
              <a:srgbClr val="2EC4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72584" y="2203704"/>
            <a:ext cx="54864" cy="859536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82312" y="2258568"/>
            <a:ext cx="39776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4B6"/>
                </a:solidFill>
              </a:rPr>
              <a:t>ifstream — Reading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82312" y="2560320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Opens file for reading. If not found, returns false (fresh start).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Calls cleanup() first to clear old data in memory.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72584" y="3218639"/>
            <a:ext cx="4206240" cy="781861"/>
          </a:xfrm>
          <a:prstGeom prst="rect">
            <a:avLst/>
          </a:prstGeom>
          <a:solidFill>
            <a:srgbClr val="FFFFFF"/>
          </a:solidFill>
          <a:ln w="25400">
            <a:solidFill>
              <a:srgbClr val="1B4F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663440" y="3236976"/>
            <a:ext cx="64008" cy="763524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82312" y="3236976"/>
            <a:ext cx="397764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4F8A"/>
                </a:solidFill>
              </a:rPr>
              <a:t>file.ignore()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82312" y="3520440"/>
            <a:ext cx="3977640" cy="4069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After 'file &gt;&gt; x' (integer read), a newline '\n' remains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in the buffer. ignore() discards it before getline() calls.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72584" y="4116051"/>
            <a:ext cx="4206240" cy="1001220"/>
          </a:xfrm>
          <a:prstGeom prst="rect">
            <a:avLst/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4137660"/>
            <a:ext cx="64008" cy="1001219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4116050"/>
            <a:ext cx="3977640" cy="3187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946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82312" y="443484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If count is invalid (&gt;100 or &lt;0), the system resets cleanly.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try/catch in loadStudent guards against corrupted file data.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menu() — Program Loop &amp; main() Entry Point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4B6"/>
                </a:solidFill>
              </a:rPr>
              <a:t>Slide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72134"/>
            <a:ext cx="4206240" cy="407136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060704"/>
            <a:ext cx="3840480" cy="4082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menu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choice;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clearscreen();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"=== MENU ===";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"1. Add Student";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"2. Mark Attend";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"3. View All";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"4. View Report";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"5. Defaulters";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"6. Delete";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"7. Save";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cout &lt;&lt; "0. Exit";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 &gt;&gt; choice;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switch (choice)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1: addStudent(); break;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2: markBatchAttendance(); break;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3: viewAllStudents(); break;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4: viewStudentReport(); break;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5: showDefaulters(); break;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6: deleteStudent(); break;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7: saveToFile(); break;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case 0: return;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cin.ignore(); clearscreen();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while (true);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AttendanceSystem sys;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sys.menu();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0;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4206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143000"/>
            <a:ext cx="420624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1430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☰  MAIN MENU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206240" cy="24688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08760"/>
            <a:ext cx="4023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1. Add New Student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755648"/>
            <a:ext cx="420624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755648"/>
            <a:ext cx="4023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2. Mark Attendance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002536"/>
            <a:ext cx="4206240" cy="24688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002536"/>
            <a:ext cx="4023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3. View All Students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249424"/>
            <a:ext cx="420624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2249424"/>
            <a:ext cx="4023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4. View Student Report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496312"/>
            <a:ext cx="4206240" cy="24688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496312"/>
            <a:ext cx="4023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5. Show Defaulters (&lt;75%)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743200"/>
            <a:ext cx="420624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743200"/>
            <a:ext cx="4023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6. Delete Student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2990088"/>
            <a:ext cx="4206240" cy="24688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990088"/>
            <a:ext cx="4023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7. Save Data to File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236976"/>
            <a:ext cx="420624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36976"/>
            <a:ext cx="4023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0. Exit Program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3566160"/>
            <a:ext cx="4206240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EC4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3566160"/>
            <a:ext cx="64008" cy="5943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361188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4B6"/>
                </a:solidFill>
              </a:rPr>
              <a:t>do-while Loop (Infinite)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82312" y="382219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'while(true)' + 'case 0: return' pattern.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Menu loops forever until user picks 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63440" y="4297680"/>
            <a:ext cx="4206240" cy="845820"/>
          </a:xfrm>
          <a:prstGeom prst="rect">
            <a:avLst/>
          </a:prstGeom>
          <a:solidFill>
            <a:srgbClr val="FFFFFF"/>
          </a:solidFill>
          <a:ln w="25400">
            <a:solidFill>
              <a:srgbClr val="1B4F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4297680"/>
            <a:ext cx="91440" cy="84582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82312" y="4370832"/>
            <a:ext cx="39776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F8A"/>
                </a:solidFill>
              </a:rPr>
              <a:t>Stack vs Heap in main()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82312" y="4553712"/>
            <a:ext cx="397764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'AttendanceSystem sys' — created on STACK.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Automatically destroyed when main() exits.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</a:rPr>
              <a:t>Destructor auto-called: saves file safely.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CLASS DIAGRAM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4B6"/>
                </a:solidFill>
              </a:rPr>
              <a:t>Slide 14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2EC4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71600"/>
            <a:ext cx="7863840" cy="3383280"/>
          </a:xfrm>
          <a:prstGeom prst="rect">
            <a:avLst/>
          </a:prstGeom>
          <a:solidFill>
            <a:srgbClr val="F1F5F9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371600" y="28346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4F8A"/>
                </a:solidFill>
              </a:rPr>
              <a:t>INSERT YOUR UML CLASS DIAGRAM HERE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3337560"/>
            <a:ext cx="6400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Paste your screenshot of the UML diagram showing Student &amp; AttendanceSystem classes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with their relationships, attributes, and methods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1072134"/>
            <a:ext cx="182880" cy="1828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0" y="1088436"/>
            <a:ext cx="182880" cy="1828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81815" y="4800600"/>
            <a:ext cx="182880" cy="1828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0" y="4846320"/>
            <a:ext cx="182880" cy="1828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3646FB-F8A4-F717-9C62-C750049F8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94" y="1188720"/>
            <a:ext cx="8222105" cy="37490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FLOWCHART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4A261"/>
                </a:solidFill>
              </a:rPr>
              <a:t>Slide 15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34381"/>
            <a:ext cx="822960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7863840" cy="3383280"/>
          </a:xfrm>
          <a:prstGeom prst="rect">
            <a:avLst/>
          </a:prstGeom>
          <a:solidFill>
            <a:srgbClr val="F1F5F9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🔀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371600" y="28346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4F8A"/>
                </a:solidFill>
              </a:rPr>
              <a:t>INSERT YOUR SYSTEM FLOWCHART HERE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3337560"/>
            <a:ext cx="6400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Paste your screenshot of the program flowchart showing the main loop,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</a:rPr>
              <a:t>menu decisions, and data flow between operations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1022948"/>
            <a:ext cx="182880" cy="1828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0" y="1072134"/>
            <a:ext cx="182880" cy="1828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4557" y="4807908"/>
            <a:ext cx="182880" cy="1828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66563" y="4789170"/>
            <a:ext cx="182880" cy="1828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20976E2-9D8B-7115-F00C-88DEF2972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1858"/>
            <a:ext cx="8229599" cy="37490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CONCEPTS DEMONSTRATED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046720" y="0"/>
            <a:ext cx="914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3946"/>
                </a:solidFill>
              </a:rPr>
              <a:t>Slide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64008" cy="1188720"/>
          </a:xfrm>
          <a:prstGeom prst="rect">
            <a:avLst/>
          </a:prstGeom>
          <a:solidFill>
            <a:srgbClr val="1B4F8A"/>
          </a:solidFill>
          <a:ln w="12700">
            <a:solidFill>
              <a:srgbClr val="1B4F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2070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F8A"/>
                </a:solidFill>
              </a:rPr>
              <a:t>🔒  Encapsulation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3192" y="150876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Private members (studentId, name, attendanceRecord)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Controlled via public setters &amp; getters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Data integrity enforced in setter validation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43000"/>
            <a:ext cx="64008" cy="118872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2070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4B6"/>
                </a:solidFill>
              </a:rPr>
              <a:t>🏗️  Abstraction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28032" y="150876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User calls sys.addStudent() without knowing internals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Complex file I/O hidden behind saveToFile()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Clean interface exposes only necessary operations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2316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423160"/>
            <a:ext cx="64008" cy="1188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24871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</a:rPr>
              <a:t>👥  Classes &amp; Objects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93192" y="278892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Student class models real-world student entity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AttendanceSystem manages a collection of Students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Each instance has unique state (id, name, records)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42316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423160"/>
            <a:ext cx="64008" cy="1188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8032" y="24871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3946"/>
                </a:solidFill>
              </a:rPr>
              <a:t>🤝  Friend Functions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28032" y="278892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displayReport, saveStudent, loadStudent declared 'friend'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Access private members without breaking OOP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Used for I/O operations that need full access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70332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703320"/>
            <a:ext cx="64008" cy="1188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" y="3767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</a:rPr>
              <a:t>⚙️  Constructors &amp; Destructor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93192" y="406908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Default + Parameterized constructors (overloading)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Initializer list for efficient initialization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Destructor auto-saves data on program exit (RAII)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09160" y="370332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703320"/>
            <a:ext cx="64008" cy="1188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3767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</a:rPr>
              <a:t>💡  Dynamic Memory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28032" y="406908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new Student() allocates on heap at runtime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delete students[i] manually frees memory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nullptr assignment prevents dangling pointers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"/>
            <a:ext cx="73152" cy="5088636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2743200"/>
            <a:ext cx="4572000" cy="4572000"/>
          </a:xfrm>
          <a:prstGeom prst="ellipse">
            <a:avLst/>
          </a:prstGeom>
          <a:solidFill>
            <a:srgbClr val="1B4F8A">
              <a:alpha val="25000"/>
            </a:srgbClr>
          </a:solidFill>
          <a:ln w="12700">
            <a:solidFill>
              <a:srgbClr val="1B4F8A">
                <a:alpha val="2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0" y="457200"/>
            <a:ext cx="3200400" cy="3200400"/>
          </a:xfrm>
          <a:prstGeom prst="ellipse">
            <a:avLst/>
          </a:prstGeom>
          <a:solidFill>
            <a:srgbClr val="2EC4B6">
              <a:alpha val="18000"/>
            </a:srgbClr>
          </a:solidFill>
          <a:ln w="12700">
            <a:solidFill>
              <a:srgbClr val="2EC4B6">
                <a:alpha val="1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486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2EC4B6"/>
                </a:solidFill>
              </a:rPr>
              <a:t>Project Summary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3657600" cy="3657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063240"/>
            <a:ext cx="6400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✅  Two OOP classes: Student + AttendanceSystem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410712"/>
            <a:ext cx="6400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ECCE0"/>
                </a:solidFill>
              </a:rPr>
              <a:t>✅  File persistence: save &amp; load with error handling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58184"/>
            <a:ext cx="6400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✅  Input validation at every user entry point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105656"/>
            <a:ext cx="6400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ECCE0"/>
                </a:solidFill>
              </a:rPr>
              <a:t>✅  Dynamic memory: new/delete with nullptr guards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453128"/>
            <a:ext cx="6400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✅  Cross-platform: Windows &amp; Linux/Mac support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2EC4B6"/>
                </a:solidFill>
              </a:rPr>
              <a:t>Thank You  •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3034</Words>
  <Application>Microsoft Office PowerPoint</Application>
  <PresentationFormat>On-screen Show (16:9)</PresentationFormat>
  <Paragraphs>539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Attendance Monitoring System</dc:title>
  <dc:subject>PptxGenJS Presentation</dc:subject>
  <dc:creator>Student Presentation</dc:creator>
  <cp:lastModifiedBy>Khizar Haider 136</cp:lastModifiedBy>
  <cp:revision>8</cp:revision>
  <dcterms:created xsi:type="dcterms:W3CDTF">2026-04-10T16:06:38Z</dcterms:created>
  <dcterms:modified xsi:type="dcterms:W3CDTF">2026-04-10T17:39:41Z</dcterms:modified>
</cp:coreProperties>
</file>
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989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B4F8A">
              <a:alpha val="30000"/>
            </a:srgbClr>
          </a:solidFill>
          <a:ln w="12700">
            <a:solidFill>
              <a:srgbClr val="1B4F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772400" y="4114800"/>
            <a:ext cx="320040" cy="320040"/>
          </a:xfrm>
          <a:prstGeom prst="ellipse">
            <a:avLst/>
          </a:prstGeom>
          <a:solidFill>
            <a:srgbClr val="2EC4B6">
              <a:alpha val="6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8138160" y="3840480"/>
            <a:ext cx="182880" cy="182880"/>
          </a:xfrm>
          <a:prstGeom prst="ellipse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503920" y="4206240"/>
            <a:ext cx="256032" cy="256032"/>
          </a:xfrm>
          <a:prstGeom prst="ellipse">
            <a:avLst/>
          </a:prstGeom>
          <a:solidFill>
            <a:srgbClr val="E63946">
              <a:alpha val="6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2EC4B6">
              <a:alpha val="8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C++ OOP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1148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CE0"/>
                </a:solidFill>
              </a:rPr>
              <a:t>A Console-Based Student Attendance Tracking System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ECCE0"/>
                </a:solidFill>
              </a:rPr>
              <a:t>Built with C++ using OOP Principles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2EC4B6"/>
                </a:solidFill>
              </a:rPr>
              <a:t>Object-Oriented Programming  •  File Handling  •  Data Structures  •  Memory Management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4B6"/>
                </a:solidFill>
              </a:rPr>
              <a:t>Slide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432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Purpose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</a:rPr>
              <a:t>Track student attendance efficiently with automatic percentage calculation and defaulter identification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🏗️ 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</a:rPr>
              <a:t>Two-class design: Student (data model) + AttendanceSystem (controller) following OOP best practices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743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12648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💾  Persistence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8745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</a:rPr>
              <a:t>File-based storage using text files with pipe-delimited format to save and restore all data between sessions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100 Max Students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41448" y="4709160"/>
            <a:ext cx="0" cy="320040"/>
          </a:xfrm>
          <a:prstGeom prst="line">
            <a:avLst/>
          </a:prstGeom>
          <a:noFill/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2606040" y="4617720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365 Days Capacity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0288" y="4709160"/>
            <a:ext cx="0" cy="320040"/>
          </a:xfrm>
          <a:prstGeom prst="line">
            <a:avLst/>
          </a:prstGeom>
          <a:noFill/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4617720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75% Pass Threshold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39128" y="4709160"/>
            <a:ext cx="0" cy="320040"/>
          </a:xfrm>
          <a:prstGeom prst="line">
            <a:avLst/>
          </a:prstGeom>
          <a:noFill/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903720" y="4617720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Auto File Save/Load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CONSTANTS &amp; clearscreen()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4B6"/>
                </a:solidFill>
              </a:rPr>
              <a:t>Slide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&lt;fstream&gt;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&lt;iomanip&gt;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MAX_STUDENTS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MAX_DAYS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365;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4160520"/>
            <a:ext cx="4114800" cy="8986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57200" y="418795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clearscreen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#ifdef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_WIN32   system("cls");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#else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system("clear");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206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73152" cy="10972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0060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Libraries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iostream — console I/O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fstream — file read/write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— text management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iomanip — output formatting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359152"/>
            <a:ext cx="4206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663440" y="2359152"/>
            <a:ext cx="73152" cy="10972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800600" y="2404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Constants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67919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MAX_STUDENTS = 100: Array size cap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MAX_DAYS = 365: Max days per year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once, used everywhere safely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566310"/>
            <a:ext cx="4206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663440" y="3575304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800600" y="3621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clearscreen()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895344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screen clearing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#ifdef detects OS at compile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= Windows, clear = Linux/Mac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CLASS — Private Members &amp; Constructors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4B6"/>
                </a:solidFill>
              </a:rPr>
              <a:t>Slide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2821" y="1143000"/>
            <a:ext cx="4754880" cy="3849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43891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studentId, name, department;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totalClasses, attendedClasses;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attendanceRecord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[MAX_DAYS];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studentId.clear(); name.clear();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totalClasses = attendedClasses =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
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i=0; i&lt;MAX_DAYS; i++)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attendanceRecord[i] =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id, string n, string dept)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studentId(id), name(n), department(dept)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totalClasses = attendedClasses =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i=0;i&lt;MAX_DAYS;i++)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attendanceRecord[i]=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12080" y="114300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5212080" y="1143000"/>
            <a:ext cx="73152" cy="1280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349240" y="12161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Private Data Members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52704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studentId / name / department: Student identity fields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totalClasses: Total classes held so far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attendedClasses: Count of days present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attendanceRecord[365]: Day-by-day presence array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606040"/>
            <a:ext cx="3657600" cy="11292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212080" y="2606040"/>
            <a:ext cx="73152" cy="112928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349240" y="26791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</a:rPr>
              <a:t>Default Constructor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2990088"/>
            <a:ext cx="342900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Called when no arguments are passed.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Clears strings with .clear() and sets counters to 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Initializes all 365 attendance slots to 0 (absent).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3863340"/>
            <a:ext cx="3657600" cy="11292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212080" y="3840480"/>
            <a:ext cx="73152" cy="112928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349240" y="3913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</a:rPr>
              <a:t>Parameterized Constructor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422452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Uses initializer list ': studentId(id), name(n)...'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for efficient member initialization.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Also zeroes the attendance array for fresh start.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CLASS — Setters, Getters &amp; Encapsulation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A261"/>
                </a:solidFill>
              </a:rPr>
              <a:t>Slide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ENCAPSULATION: Private members are hidden from outside. Only controlled access via public setters &amp; getters.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SETTERS (write access)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setStudentId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(const string&amp; id) {
  if (!id.empty())
    studentId = id; }
</a:t>
            </a: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setName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(const string&amp; n) {
  if (!n.empty())
    name = n; }
</a:t>
            </a: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setDepartment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(const string&amp; d)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(!d.empty())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department = d; 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2062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4632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GETTERS (read access)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12140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getStudentId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return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studentId; }
</a:t>
            </a: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return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name; }
</a:t>
            </a: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getPercentage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const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totalClasses &gt; 0 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(attendedClasses * 100.0f 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totalClasses) : 0.0f; 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28346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64008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11480" y="3840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Validated Setters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1330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Each setter checks !empty() before assigning.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Prevents blank data from corrupting records.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794760"/>
            <a:ext cx="28346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291840" y="3794760"/>
            <a:ext cx="64008" cy="1188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429000" y="3840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</a:rPr>
              <a:t>const Getters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41330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Marked 'const' → won't modify object state.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Safe to call on read-only (const) objects.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79476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309360" y="3794760"/>
            <a:ext cx="64008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446520" y="3840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getPercentage()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1330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Ternary checks totalClasses&gt;0 to avoid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divide-by-zero errors. Returns float %.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METHODS — markAttendance, updateTotals &amp; display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4B6"/>
                </a:solidFill>
              </a:rPr>
              <a:t>Slide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markAttendance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day, int status)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(day &gt;= 0 &amp;&amp; day &lt; MAX_DAYS &amp;&amp;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(status == 0 || status == 1))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attendanceRecord[day] = status;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false;</a:t>
            </a:r>
            <a:endParaRPr lang="en-US" sz="8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41148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updateTotals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days)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(days &lt; 0 || days &gt; MAX_DAYS)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totalClasses = days;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attendedClasses =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 = 0; i &lt; days; i++)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(attendanceRecord[i] == 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attendedClasses++;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4069080"/>
            <a:ext cx="41148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80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"ID: " &lt;&lt; studentId;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"Dept: " &lt;&lt; department;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"Percent: " &lt;&lt; getPercentage() &lt;&lt; "%";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206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73152" cy="1280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800600" y="1207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markAttendance(day, status)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52704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Validates: day within 0-364, status 0 or 1 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Stores 1=present, 0=absent in the array.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Returns bool to indicate success/failure.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4206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606040"/>
            <a:ext cx="73152" cy="12801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00600" y="2670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updateTotals(days)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99008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Recounts attended days by scanning the array.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Resets attendedClasses to 0 then increments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for each slot equal to 1 (present).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4069080"/>
            <a:ext cx="4206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63440" y="4069080"/>
            <a:ext cx="73152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800600" y="4133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display() const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4343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Prints formatted student summary.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Marked const → safe on read-only objects.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Calls getPercentage() for live calculation.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FUNCTIONS — displayReport, saveStudent &amp; loadStudent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63946"/>
                </a:solidFill>
              </a:rPr>
              <a:t>Slide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 FRIEND FUNCTIONS: Declared inside class with 'friend' keyword — allows access to private members from outside the class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27432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displayReport()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displayReport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(const 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"=====" &lt;&lt; endl;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s.display();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(s.getPercentage()&gt;=75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"PASS" : "FAIL");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7432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2004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saveStudent()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029968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saveStudent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ofstream&amp; file)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&lt;&lt; s.studentId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&lt;&lt; "|" &lt;&lt; s.name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&lt;&lt; "|" &lt;&lt;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7432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loadStudent()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029968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loadStudent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ifstream&amp; file)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Parse line by '|'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s.studentId = ...;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s.name = ...;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858768"/>
            <a:ext cx="859536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📄  File Format (pipe-delimited):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S001|Ali Khan|CS|30|25|111111111111111111111111100000...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S002|Sara|EE|30|28|111111111111111111111111111100...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694919"/>
            <a:ext cx="2834640" cy="197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← </a:t>
            </a:r>
            <a:r>
              <a:rPr lang="en-US" sz="900" i="1" dirty="0" err="1">
                <a:solidFill>
                  <a:srgbClr val="64748B"/>
                </a:solidFill>
              </a:rPr>
              <a:t>studentCount</a:t>
            </a:r>
            <a:r>
              <a:rPr lang="en-US" sz="900" i="1" dirty="0">
                <a:solidFill>
                  <a:srgbClr val="64748B"/>
                </a:solidFill>
              </a:rPr>
              <a:t> &amp; </a:t>
            </a:r>
            <a:r>
              <a:rPr lang="en-US" sz="900" i="1" dirty="0" err="1">
                <a:solidFill>
                  <a:srgbClr val="64748B"/>
                </a:solidFill>
              </a:rPr>
              <a:t>totalDays</a:t>
            </a:r>
            <a:r>
              <a:rPr lang="en-US" sz="900" i="1" dirty="0">
                <a:solidFill>
                  <a:srgbClr val="64748B"/>
                </a:solidFill>
              </a:rPr>
              <a:t> on first two lines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ATTENDANCESYSTEM CLASS — Constructor &amp; Destructor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A261"/>
                </a:solidFill>
              </a:rPr>
              <a:t>Slide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572000" cy="38812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2062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AttendanceSystem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students[MAX_STUDENTS];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studentCount, totalDays;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filename;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cleanup()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i=0; i&lt;studentCount; i++)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delete students[i];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students[i] = nullptr;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studentCount =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AttendanceSystem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: studentCount(0),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totalDays(0), filename("attendance.txt")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i=0; i&lt;MAX_STUDENTS; i++)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students[i] = nullptr;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loadFromFile();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AttendanceSystem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cleanup();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saveToFile();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74920" y="1143000"/>
            <a:ext cx="3794760" cy="823132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5074920" y="1143000"/>
            <a:ext cx="118872" cy="83210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193792" y="12070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</a:rPr>
              <a:t>Private: Pointer Array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93792" y="14173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Student* students[100]: Array of POINTERS.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Each slot holds address of a heap-allocated Student.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Allows dynamic creation and deletion.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2064258"/>
            <a:ext cx="3794760" cy="854964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92159" y="2073402"/>
            <a:ext cx="118872" cy="8458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3792" y="2098548"/>
            <a:ext cx="3611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cleanup() — Memory Safety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93792" y="2345436"/>
            <a:ext cx="36118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Iterates through all students, calling 'delete'.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Sets each pointer to nullptr after deletion.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Prevents dangling pointer bugs and memory leaks.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3008376"/>
            <a:ext cx="37947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74920" y="3017520"/>
            <a:ext cx="118872" cy="10424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193792" y="3136393"/>
            <a:ext cx="3611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Constructor (RAII)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93792" y="3282697"/>
            <a:ext cx="3611880" cy="653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Initializer list sets all values at once.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Nulls all pointers for safety.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Automatic loadFromFile() on startup.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4167206"/>
            <a:ext cx="3794760" cy="845476"/>
          </a:xfrm>
          <a:prstGeom prst="rect">
            <a:avLst/>
          </a:prstGeom>
          <a:solidFill>
            <a:srgbClr val="FFFFFF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074920" y="4174039"/>
            <a:ext cx="118872" cy="831809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66360" y="4174039"/>
            <a:ext cx="3611880" cy="276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</a:rPr>
              <a:t>Destructor (~)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93792" y="4378960"/>
            <a:ext cx="3611880" cy="645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Called automatically when object leaves scope.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Runs cleanup() then saveToFile().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Guarantees data is never lost on program exit.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addStudent() &amp; findStudent() Methods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4B6"/>
                </a:solidFill>
              </a:rPr>
              <a:t>Slide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389120" cy="3017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(studentCount &gt;= MAX_STUDENTS)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"*** Limit reached! ***";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id, name, dept;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cin &gt;&gt; id;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(id.empty()) return;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cin.ignore();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getline(cin, name);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getline(cin, dept);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Duplicate ID check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i&lt;studentCount; i++)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(students[i]-&gt;getStudentId()==id)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 // Already exists!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students[studentCount] 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Student(id, name, dept);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students[studentCount]-&gt;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updateTotals(totalDays);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studentCount++;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4251960"/>
            <a:ext cx="43891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57200" y="42793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findStudent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(const string&amp; id) </a:t>
            </a:r>
            <a:r>
              <a:rPr lang="en-US" sz="80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i&lt;studentCount; i++)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(students[i]-&gt;getStudentId() == id)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i;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-1; }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addStudent() Logic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49240" y="1554480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40680" y="157276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Capacity Check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8013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If studentCount &gt;= 100, refuse and return early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47488" y="1965960"/>
            <a:ext cx="0" cy="246888"/>
          </a:xfrm>
          <a:prstGeom prst="line">
            <a:avLst/>
          </a:prstGeom>
          <a:noFill/>
          <a:ln w="19050">
            <a:solidFill>
              <a:srgbClr val="2EC4B6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846320" y="2212848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46320" y="2212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49240" y="2212848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440680" y="223113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Input &amp; Validate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24597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Read ID, name, dept. Reject if any field is empty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47488" y="2624328"/>
            <a:ext cx="0" cy="246888"/>
          </a:xfrm>
          <a:prstGeom prst="line">
            <a:avLst/>
          </a:prstGeom>
          <a:noFill/>
          <a:ln w="19050">
            <a:solidFill>
              <a:srgbClr val="2EC4B6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846320" y="2871216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846320" y="28712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49240" y="2871216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5440680" y="2889504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Duplicate Check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11810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Linear search: if ID exists, reject with error message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47488" y="3282696"/>
            <a:ext cx="0" cy="246888"/>
          </a:xfrm>
          <a:prstGeom prst="line">
            <a:avLst/>
          </a:prstGeom>
          <a:noFill/>
          <a:ln w="19050">
            <a:solidFill>
              <a:srgbClr val="2EC4B6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4846320" y="3529584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846320" y="3529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49240" y="3529584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5440680" y="354787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Dynamic Allocation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37764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'new Student(id, name, dept)' creates on heap memory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47488" y="3941064"/>
            <a:ext cx="0" cy="246888"/>
          </a:xfrm>
          <a:prstGeom prst="line">
            <a:avLst/>
          </a:prstGeom>
          <a:noFill/>
          <a:ln w="19050">
            <a:solidFill>
              <a:srgbClr val="2EC4B6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4846320" y="4187952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846320" y="4187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49240" y="4187952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5440680" y="42062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Sync Totals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44348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updateTotals(totalDays) syncs new student to class days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37760" y="4617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markBatchAttendance() — Bulk Attendance Marking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63946"/>
                </a:solidFill>
              </a:rPr>
              <a:t>Slide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66344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9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markBatchAttendance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(studentCount == 0) return;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presentDays;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i&lt;studentCount; i++)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students[i]-&gt;getName();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"Days present (0-"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&lt;&lt; totalDays &lt;&lt; "): 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presentDays;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Input validation loop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(presentDays&lt;0 ||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presentDays&gt;totalDays)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cout &lt;&lt; "ERROR! Re-enter: 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cin &gt;&gt; presentDays;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Mark all days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day=0; day&lt;totalDays; day++)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students[i]-&gt;markAttendance(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day, day&lt;presentDays ? 1 : 0);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students[i]-&gt;updateTotals(totalDays);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0" y="1143000"/>
            <a:ext cx="37490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5120640" y="1143000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239512" y="12161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Batch Processing 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39512" y="1417320"/>
            <a:ext cx="3520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Iterates ALL students in one session.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Asks admin: 'How many days was X present?'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107692"/>
            <a:ext cx="3749040" cy="736092"/>
          </a:xfrm>
          <a:prstGeom prst="rect">
            <a:avLst/>
          </a:prstGeom>
          <a:solidFill>
            <a:srgbClr val="FFFFFF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120640" y="2125982"/>
            <a:ext cx="64008" cy="70865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239512" y="2125982"/>
            <a:ext cx="3520440" cy="251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</a:rPr>
              <a:t>Input Validation (while loop)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9512" y="2377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Keeps asking until value is 0 ≤ input ≤ totalDays.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Prevents negative or impossible attendance.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957445"/>
            <a:ext cx="3749040" cy="818142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129784" y="2957445"/>
            <a:ext cx="54864" cy="81814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239512" y="2957445"/>
            <a:ext cx="3520440" cy="306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Clever Array Fill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3264310"/>
            <a:ext cx="3520440" cy="511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Ternary trick: day &lt; presentDays → 1 else 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Fills first N slots as present, rest as absent.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3880399"/>
            <a:ext cx="3749040" cy="1002792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129784" y="3880399"/>
            <a:ext cx="54864" cy="10027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239512" y="3927348"/>
            <a:ext cx="3520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</a:rPr>
              <a:t>Design Note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4137660"/>
            <a:ext cx="3520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Uses summary input (N days present) not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day-by-day — faster for large classes. Trade-off: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loses which specific day a student was absent.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viewAllStudents, showDefaulters &amp; deleteStudent Methods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4B6"/>
                </a:solidFill>
              </a:rPr>
              <a:t>Slide 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27432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82880" y="1143000"/>
            <a:ext cx="2743200" cy="29260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82880" y="11430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viewAllStudents()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viewAllStudents() const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(studentCount == 0) return;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i&lt;studentCount; i++)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"Student " &lt;&lt; (i+1);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students[i]-&gt;display();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324612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82880" y="3246120"/>
            <a:ext cx="64008" cy="10972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10896" y="32735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</a:rPr>
              <a:t>Explanation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Iterates and prints all students.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Marked const — does not modify state.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Calls each student's display() method.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143000"/>
            <a:ext cx="27432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154680" y="1143000"/>
            <a:ext cx="274320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154680" y="11430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showDefaulters()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463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showDefaulters() const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found = false;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i&lt;studentCount; i++)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(students[i]-&gt;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getPercentage() &lt; 75.0f)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students[i]-&gt;display();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found = true;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(!found) cout &lt;&lt; "All OK!";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324612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154680" y="3246120"/>
            <a:ext cx="64008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282696" y="32735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Explanation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82696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Filters students &lt; 75% attendance.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'found' flag handles 'all good' case.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75% is the standard pass threshold.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143000"/>
            <a:ext cx="27432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126480" y="1143000"/>
            <a:ext cx="274320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126480" y="11430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deleteStudent()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1463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deleteStudent()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idx = findStudent(id);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(idx == -1) return;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Confirm deletion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 students[idx];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Shift array left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i=idx; i&lt;count-1; i++)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students[i] = students[i+1];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studentCount--;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24612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6126480" y="3246120"/>
            <a:ext cx="64008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254496" y="32735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Explanation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Uses findStudent() to locate target.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delete frees heap memory safely.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Shifts array left to fill the gap.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Decrements count for correct tracking.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2976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— saveToFile() &amp; loadFromFile()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A261"/>
                </a:solidFill>
              </a:rPr>
              <a:t>Slide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💾 saveToFile()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saveToFile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80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ofstream file(filename);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(!file) return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&lt;&lt; studentCount &lt;&lt; endl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&lt;&lt; totalDays &lt;&lt; endl;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i&lt;studentCount; i++)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saveStudent(*students[i], file);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file.close();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3196952"/>
            <a:ext cx="4114800" cy="19465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74320" y="3154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</a:rPr>
              <a:t>📂 loadFromFile()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loadFromFile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ifstream file(filename);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(!file) return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cleanup(); // clear existing data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&gt;&gt; studentCount &gt;&gt; totalDays;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file.ignore();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i&lt;studentCount; i++)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students[i] = new Student();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loadStudent(*students[i], file);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file.close();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206240" cy="923544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64008" cy="9235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782312" y="12161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ofstream — Writing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1508760"/>
            <a:ext cx="3977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Opens file for write. Overwrites existing content.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Writes header (count + days), then each student via saveStudent() friend function.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203704"/>
            <a:ext cx="4206240" cy="859536"/>
          </a:xfrm>
          <a:prstGeom prst="rect">
            <a:avLst/>
          </a:prstGeom>
          <a:solidFill>
            <a:srgbClr val="FFFFFF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672584" y="2203704"/>
            <a:ext cx="54864" cy="85953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782312" y="2258568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</a:rPr>
              <a:t>ifstream — Reading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256032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Opens file for reading. If not found, returns false (fresh start).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Calls cleanup() first to clear old data in memory.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72584" y="3218639"/>
            <a:ext cx="4206240" cy="781861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63440" y="3236976"/>
            <a:ext cx="64008" cy="76352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782312" y="3236976"/>
            <a:ext cx="3977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</a:rPr>
              <a:t>file.ignore()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2312" y="3520440"/>
            <a:ext cx="39776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After 'file &gt;&gt; x' (integer read), a newline '\n' remains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in the buffer. ignore() discards it before getline() calls.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72584" y="4116051"/>
            <a:ext cx="4206240" cy="10012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663440" y="4137660"/>
            <a:ext cx="64008" cy="1001219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782312" y="4116050"/>
            <a:ext cx="3977640" cy="31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Error Handling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82312" y="44348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If count is invalid (&gt;100 or &lt;0), the system resets cleanly.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try/catch in loadStudent guards against corrupted file data.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menu() — Program Loop &amp; main() Entry Point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4B6"/>
                </a:solidFill>
              </a:rPr>
              <a:t>Slide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2134"/>
            <a:ext cx="4206240" cy="407136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3840480" cy="408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choice;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clearscreen();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"=== MENU ===";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"1. Add Student";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"2. Mark Attend";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"3. View All";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"4. View Report";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"5. Defaulters";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"6. Delete";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"7. Save";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"0. Exit";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choice;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(choice)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1: addStudent();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2: markBatchAttendance();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3: viewAllStudents();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4: viewStudentReport();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5: showDefaulters();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6: deleteStudent();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7: saveToFile();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0: return;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cin.ignore(); clearscreen();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while (true);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AttendanceSystem sys;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sys.menu();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206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2062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663440" y="1143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☰  MAIN MENU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20624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1. Add New Student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75564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754880" y="175564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2. Mark Attendance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002536"/>
            <a:ext cx="420624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754880" y="2002536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3. View All Students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249424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754880" y="2249424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4. View Student Report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496312"/>
            <a:ext cx="420624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754880" y="2496312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5. Show Defaulters (&lt;75%)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754880" y="274320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6. Delete Student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990088"/>
            <a:ext cx="420624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754880" y="299008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7. Save Data to File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236976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754880" y="3236976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0. Exit Program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566160"/>
            <a:ext cx="42062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4663440" y="3566160"/>
            <a:ext cx="64008" cy="594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782312" y="36118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do-while Loop (Infinite)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38221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'while(true)' + 'case 0: return' pattern.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Menu loops forever until user picks 0.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4297680"/>
            <a:ext cx="4206240" cy="8458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663440" y="4297680"/>
            <a:ext cx="91440" cy="8458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782312" y="4370832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</a:rPr>
              <a:t>Stack vs Heap in main()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82312" y="4553712"/>
            <a:ext cx="397764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'AttendanceSystem sys' — created on STACK.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Automatically destroyed when main() exits.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Destructor auto-called: saves file safely.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4B6"/>
                </a:solidFill>
              </a:rPr>
              <a:t>Slide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7863840" cy="3383280"/>
          </a:xfrm>
          <a:prstGeom prst="rect">
            <a:avLst/>
          </a:prstGeom>
          <a:solidFill>
            <a:srgbClr val="F1F5F9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8A"/>
                </a:solidFill>
              </a:rPr>
              <a:t>INSERT YOUR UML CLASS DIAGRAM HERE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3375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Paste your screenshot of the UML diagram showing Student &amp; AttendanceSystem classes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with their relationships, attributes, and methods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072134"/>
            <a:ext cx="182880" cy="1828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686800" y="1088436"/>
            <a:ext cx="182880" cy="1828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1815" y="4800600"/>
            <a:ext cx="182880" cy="1828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8686800" y="4846320"/>
            <a:ext cx="182880" cy="1828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3646FB-F8A4-F717-9C62-C750049F8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4" y="1188720"/>
            <a:ext cx="8222105" cy="3749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FLOWCHART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A261"/>
                </a:solidFill>
              </a:rPr>
              <a:t>Slide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34381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7863840" cy="3383280"/>
          </a:xfrm>
          <a:prstGeom prst="rect">
            <a:avLst/>
          </a:prstGeom>
          <a:solidFill>
            <a:srgbClr val="F1F5F9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🔀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8A"/>
                </a:solidFill>
              </a:rPr>
              <a:t>INSERT YOUR SYSTEM FLOWCHART HERE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3375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Paste your screenshot of the program flowchart showing the main loop,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menu decisions, and data flow between operations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022948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686800" y="1072134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94557" y="4807908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8666563" y="4789170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0976E2-9D8B-7115-F00C-88DEF2972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1858"/>
            <a:ext cx="8229599" cy="37490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DEMONSTRATED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63946"/>
                </a:solidFill>
              </a:rPr>
              <a:t>Slide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64008" cy="11887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8A"/>
                </a:solidFill>
              </a:rPr>
              <a:t>🔒  Encapsulation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Private members (studentId, name, attendanceRecord)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Controlled via public setters &amp; getters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Data integrity enforced in setter 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64008" cy="1188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28032" y="1207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🏗️  Abstraction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1508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User calls sys.addStudent() without knowing internals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Complex file I/O hidden behind saveToFile()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Clean interface exposes only necessary operations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64008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93192" y="2487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👥  Classes &amp; Objects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27889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Student class models real-world student entity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AttendanceSystem manages a collection of Students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Each instance has unique state (id, name, records)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4231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709160" y="2423160"/>
            <a:ext cx="64008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828032" y="2487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🤝  Friend Functions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27889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displayReport, saveStudent, loadStudent declared 'friend'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Access private members without breaking 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Used for I/O operations that need full access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393192" y="3767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⚙️  Constructors &amp; Destructor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" y="40690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Default + Parameterized constructors (overloading)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Initializer list for efficient initialization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Destructor auto-saves data on program exit (RAII)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4709160" y="3703320"/>
            <a:ext cx="64008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828032" y="3767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💡  Dynamic Memory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40690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new Student() allocates on heap at runtime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delete students[i] manually frees memory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nullptr assignment prevents dangling pointers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7132320" y="457200"/>
            <a:ext cx="3200400" cy="3200400"/>
          </a:xfrm>
          <a:prstGeom prst="ellipse">
            <a:avLst/>
          </a:prstGeom>
          <a:solidFill>
            <a:srgbClr val="2EC4B6">
              <a:alpha val="18000"/>
            </a:srgbClr>
          </a:solidFill>
          <a:ln w="12700">
            <a:solidFill>
              <a:srgbClr val="2EC4B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2EC4B6"/>
                </a:solidFill>
              </a:rPr>
              <a:t>Project Summary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35782" y="2368296"/>
            <a:ext cx="36576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57200" y="2628043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✅  Two OOP classes: Student + AttendanceSystem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CE0"/>
                </a:solidFill>
              </a:rPr>
              <a:t>✅  File persistence: save &amp; load with error handling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6227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✅  Input validation at every user entry point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344" y="3744754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CE0"/>
                </a:solidFill>
              </a:rPr>
              <a:t>✅  Dynamic memory: new/delete with nullptr guards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✅  Cross-platform: Windows &amp; Linux/Mac support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" y="4720161"/>
            <a:ext cx="8778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2EC4B6"/>
                </a:solidFill>
              </a:rPr>
              <a:t>Thank You</a:t>
            </a:r>
            <a:endParaRPr 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1" presetClass="entr" presetSubtype="0" fill="hold" nodeType="click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3033</Words>
  <Application>Microsoft Office PowerPoint</Application>
  <PresentationFormat>On-screen Show (16:9)</PresentationFormat>
  <Paragraphs>538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Monitoring System</dc:title>
  <dc:subject>PptxGenJS Presentation</dc:subject>
  <dc:creator>Student Presentation</dc:creator>
  <cp:lastModifiedBy>Hafeeza Abdur Rehman</cp:lastModifiedBy>
  <cp:revision>9</cp:revision>
  <dcterms:created xsi:type="dcterms:W3CDTF">2026-04-10T16:06:38Z</dcterms:created>
  <dcterms:modified xsi:type="dcterms:W3CDTF">2026-04-11T09:37:27Z</dcterms:modified>
</cp:coreProperties>
</file>